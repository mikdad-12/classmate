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ITC Avant Garde Gothic Condensed" charset="1" panose="020B0506020202020204"/>
      <p:regular r:id="rId20"/>
    </p:embeddedFont>
    <p:embeddedFont>
      <p:font typeface="Calibri (MS) Bold" charset="1" panose="020F0702030404030204"/>
      <p:regular r:id="rId21"/>
    </p:embeddedFont>
    <p:embeddedFont>
      <p:font typeface="ITC Franklin Gothic LT Semi-Bold" charset="1" panose="020B0704030502020204"/>
      <p:regular r:id="rId22"/>
    </p:embeddedFont>
    <p:embeddedFont>
      <p:font typeface="Canva Sans" charset="1" panose="020B0503030501040103"/>
      <p:regular r:id="rId23"/>
    </p:embeddedFont>
    <p:embeddedFont>
      <p:font typeface="ITC Avant Garde Gothic Bold" charset="1" panose="020B0802020202020204"/>
      <p:regular r:id="rId24"/>
    </p:embeddedFont>
    <p:embeddedFont>
      <p:font typeface="ITC Avant Garde Gothic" charset="1" panose="020B0502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Mikdad-12/Classmate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60618" y="625591"/>
            <a:ext cx="11166763" cy="1517383"/>
          </a:xfrm>
          <a:custGeom>
            <a:avLst/>
            <a:gdLst/>
            <a:ahLst/>
            <a:cxnLst/>
            <a:rect r="r" b="b" t="t" l="l"/>
            <a:pathLst>
              <a:path h="1517383" w="11166763">
                <a:moveTo>
                  <a:pt x="0" y="0"/>
                </a:moveTo>
                <a:lnTo>
                  <a:pt x="11166764" y="0"/>
                </a:lnTo>
                <a:lnTo>
                  <a:pt x="11166764" y="1517383"/>
                </a:lnTo>
                <a:lnTo>
                  <a:pt x="0" y="15173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73974" y="5676900"/>
            <a:ext cx="12497359" cy="16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9"/>
              </a:lnSpc>
            </a:pPr>
            <a:r>
              <a:rPr lang="en-US" sz="14261">
                <a:solidFill>
                  <a:srgbClr val="052F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CLASSMATE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62854" y="7286625"/>
            <a:ext cx="8879546" cy="66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1"/>
              </a:lnSpc>
            </a:pPr>
            <a:r>
              <a:rPr lang="en-US" sz="4351">
                <a:solidFill>
                  <a:srgbClr val="052F58"/>
                </a:solidFill>
                <a:latin typeface="ITC Avant Garde Gothic Condensed"/>
                <a:ea typeface="ITC Avant Garde Gothic Condensed"/>
                <a:cs typeface="ITC Avant Garde Gothic Condensed"/>
                <a:sym typeface="ITC Avant Garde Gothic Condensed"/>
              </a:rPr>
              <a:t>Stud</a:t>
            </a:r>
            <a:r>
              <a:rPr lang="en-US" sz="4351">
                <a:solidFill>
                  <a:srgbClr val="052F58"/>
                </a:solidFill>
                <a:latin typeface="ITC Avant Garde Gothic Condensed"/>
                <a:ea typeface="ITC Avant Garde Gothic Condensed"/>
                <a:cs typeface="ITC Avant Garde Gothic Condensed"/>
                <a:sym typeface="ITC Avant Garde Gothic Condensed"/>
              </a:rPr>
              <a:t>ent Class Schedule Manager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50677" y="2240313"/>
            <a:ext cx="11143952" cy="131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b="true" sz="3295">
                <a:solidFill>
                  <a:srgbClr val="052F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Department of Computer and Communication Engineering (CCE)</a:t>
            </a:r>
          </a:p>
          <a:p>
            <a:pPr algn="ctr">
              <a:lnSpc>
                <a:spcPts val="3295"/>
              </a:lnSpc>
            </a:pPr>
            <a:r>
              <a:rPr lang="en-US" b="true" sz="3295">
                <a:solidFill>
                  <a:srgbClr val="052F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Title : Python Programming Sessional</a:t>
            </a:r>
          </a:p>
          <a:p>
            <a:pPr algn="ctr">
              <a:lnSpc>
                <a:spcPts val="3295"/>
              </a:lnSpc>
            </a:pPr>
            <a:r>
              <a:rPr lang="en-US" b="true" sz="3295">
                <a:solidFill>
                  <a:srgbClr val="052F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Code : CCE-2406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12872" y="4068301"/>
            <a:ext cx="8879546" cy="99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4"/>
              </a:lnSpc>
              <a:spcBef>
                <a:spcPct val="0"/>
              </a:spcBef>
            </a:pPr>
            <a:r>
              <a:rPr lang="en-US" b="true" sz="4042">
                <a:solidFill>
                  <a:srgbClr val="052F5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Project Name: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21499" y="4639457"/>
            <a:ext cx="7190564" cy="15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6063"/>
              </a:lnSpc>
              <a:buFont typeface="Arial"/>
              <a:buChar char="•"/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Mikdad Mohammad</a:t>
            </a:r>
          </a:p>
          <a:p>
            <a:pPr algn="just">
              <a:lnSpc>
                <a:spcPts val="6063"/>
              </a:lnSpc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              Id: E241006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53775" y="1422146"/>
            <a:ext cx="8297704" cy="314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1"/>
              </a:lnSpc>
            </a:pPr>
            <a:r>
              <a:rPr lang="en-US" sz="9501">
                <a:solidFill>
                  <a:srgbClr val="2038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1499" y="6285669"/>
            <a:ext cx="10853970" cy="15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6063"/>
              </a:lnSpc>
              <a:buFont typeface="Arial"/>
              <a:buChar char="•"/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Mohammad Tasnimul Hasan Mahir </a:t>
            </a:r>
          </a:p>
          <a:p>
            <a:pPr algn="just">
              <a:lnSpc>
                <a:spcPts val="6063"/>
              </a:lnSpc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              Id: E241001                                           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1499" y="7688288"/>
            <a:ext cx="7190564" cy="157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6063"/>
              </a:lnSpc>
              <a:buFont typeface="Arial"/>
              <a:buChar char="•"/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Golam Mostafa Naim</a:t>
            </a:r>
          </a:p>
          <a:p>
            <a:pPr algn="just">
              <a:lnSpc>
                <a:spcPts val="6063"/>
              </a:lnSpc>
            </a:pPr>
            <a:r>
              <a:rPr lang="en-US" b="true" sz="4042">
                <a:solidFill>
                  <a:srgbClr val="20384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              Id: E241034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06701" y="2746690"/>
            <a:ext cx="11955524" cy="615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ClassMate is a cons</a:t>
            </a: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ole-based student class schedule management system developed using Python.</a:t>
            </a:r>
          </a:p>
          <a:p>
            <a:pPr algn="just">
              <a:lnSpc>
                <a:spcPts val="3505"/>
              </a:lnSpc>
            </a:pP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The application is designed to help students organize and manage their daily academic routines in a simple and efficient way.</a:t>
            </a:r>
          </a:p>
          <a:p>
            <a:pPr algn="just">
              <a:lnSpc>
                <a:spcPts val="3505"/>
              </a:lnSpc>
            </a:pP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It provides essential features such as adding new classes, viewing today’s and tomorrow’s schedules, and deleting existing class entries</a:t>
            </a: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The project follows a modular programming approach and uses file handling techniques with JSON to ensure persistent data storage.</a:t>
            </a:r>
          </a:p>
          <a:p>
            <a:pPr algn="just">
              <a:lnSpc>
                <a:spcPts val="3505"/>
              </a:lnSpc>
            </a:pPr>
            <a:r>
              <a:rPr lang="en-US" b="true" sz="2503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ClassMate was developed as part of the Python Programming final examination, with the objective of applying core Python concepts to solve a real-world student problem</a:t>
            </a:r>
          </a:p>
          <a:p>
            <a:pPr algn="just">
              <a:lnSpc>
                <a:spcPts val="350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062552" y="1904935"/>
            <a:ext cx="10191470" cy="89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b="true" sz="7890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62028" y="3539375"/>
            <a:ext cx="12913441" cy="30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Stud</a:t>
            </a: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ents often forget daily class schedules</a:t>
            </a:r>
          </a:p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Manual routine management is inefficient</a:t>
            </a:r>
          </a:p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No simple offline tool for managing class routines</a:t>
            </a:r>
          </a:p>
          <a:p>
            <a:pPr algn="just" marL="735635" indent="-367817" lvl="1">
              <a:lnSpc>
                <a:spcPts val="4770"/>
              </a:lnSpc>
              <a:buFont typeface="Arial"/>
              <a:buChar char="•"/>
            </a:pPr>
            <a:r>
              <a:rPr lang="en-US" b="true" sz="340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Need for a lightweight and easy-to-use solution</a:t>
            </a:r>
          </a:p>
          <a:p>
            <a:pPr algn="just">
              <a:lnSpc>
                <a:spcPts val="477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632763" y="1915388"/>
            <a:ext cx="10980321" cy="81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3"/>
              </a:lnSpc>
            </a:pPr>
            <a:r>
              <a:rPr lang="en-US" b="true" sz="717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93765" y="3687658"/>
            <a:ext cx="12371364" cy="279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</a:t>
            </a: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evelop a console-based class schedule manager</a:t>
            </a:r>
          </a:p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Apply core Python programming concepts</a:t>
            </a:r>
          </a:p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Practice file handling and modular programming</a:t>
            </a:r>
          </a:p>
          <a:p>
            <a:pPr algn="just" marL="672905" indent="-336453" lvl="1">
              <a:lnSpc>
                <a:spcPts val="4363"/>
              </a:lnSpc>
              <a:buFont typeface="Arial"/>
              <a:buChar char="•"/>
            </a:pPr>
            <a:r>
              <a:rPr lang="en-US" b="true" sz="3116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Provide an easy routine management system for students</a:t>
            </a:r>
          </a:p>
          <a:p>
            <a:pPr algn="just">
              <a:lnSpc>
                <a:spcPts val="436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995148" y="1955541"/>
            <a:ext cx="8297704" cy="108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9501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19333" y="3756482"/>
            <a:ext cx="11204207" cy="490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Add n</a:t>
            </a: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ew class to schedule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View today’s classes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View tomorrow’s classes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Delete a class from schedule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Automatic data saving</a:t>
            </a:r>
          </a:p>
          <a:p>
            <a:pPr algn="just" marL="850846" indent="-425423" lvl="1">
              <a:lnSpc>
                <a:spcPts val="5517"/>
              </a:lnSpc>
              <a:buFont typeface="Arial"/>
              <a:buChar char="•"/>
            </a:pPr>
            <a:r>
              <a:rPr lang="en-US" b="true" sz="3940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Simple text-based menu system</a:t>
            </a:r>
          </a:p>
          <a:p>
            <a:pPr algn="just">
              <a:lnSpc>
                <a:spcPts val="551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541439" y="1888866"/>
            <a:ext cx="9205122" cy="87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6"/>
              </a:lnSpc>
            </a:pPr>
            <a:r>
              <a:rPr lang="en-US" sz="7758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</a:t>
            </a:r>
            <a:r>
              <a:rPr lang="en-US" b="true" sz="7758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EY 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87094" y="3535791"/>
            <a:ext cx="4917634" cy="5909577"/>
          </a:xfrm>
          <a:custGeom>
            <a:avLst/>
            <a:gdLst/>
            <a:ahLst/>
            <a:cxnLst/>
            <a:rect r="r" b="b" t="t" l="l"/>
            <a:pathLst>
              <a:path h="5909577" w="4917634">
                <a:moveTo>
                  <a:pt x="0" y="0"/>
                </a:moveTo>
                <a:lnTo>
                  <a:pt x="4917634" y="0"/>
                </a:lnTo>
                <a:lnTo>
                  <a:pt x="4917634" y="5909577"/>
                </a:lnTo>
                <a:lnTo>
                  <a:pt x="0" y="5909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20254" y="3535791"/>
            <a:ext cx="4838467" cy="5909577"/>
          </a:xfrm>
          <a:custGeom>
            <a:avLst/>
            <a:gdLst/>
            <a:ahLst/>
            <a:cxnLst/>
            <a:rect r="r" b="b" t="t" l="l"/>
            <a:pathLst>
              <a:path h="5909577" w="4838467">
                <a:moveTo>
                  <a:pt x="0" y="0"/>
                </a:moveTo>
                <a:lnTo>
                  <a:pt x="4838467" y="0"/>
                </a:lnTo>
                <a:lnTo>
                  <a:pt x="4838467" y="5909577"/>
                </a:lnTo>
                <a:lnTo>
                  <a:pt x="0" y="5909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1567" y="1087715"/>
            <a:ext cx="14068501" cy="87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7"/>
              </a:lnSpc>
            </a:pPr>
            <a:r>
              <a:rPr lang="en-US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</a:t>
            </a:r>
            <a:r>
              <a:rPr lang="en-US" b="true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 STRUCTURE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74124" y="2466403"/>
            <a:ext cx="221694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main.py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1897" y="2466403"/>
            <a:ext cx="3355181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addclass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64759" y="3329893"/>
            <a:ext cx="4635674" cy="6321374"/>
          </a:xfrm>
          <a:custGeom>
            <a:avLst/>
            <a:gdLst/>
            <a:ahLst/>
            <a:cxnLst/>
            <a:rect r="r" b="b" t="t" l="l"/>
            <a:pathLst>
              <a:path h="6321374" w="4635674">
                <a:moveTo>
                  <a:pt x="0" y="0"/>
                </a:moveTo>
                <a:lnTo>
                  <a:pt x="4635674" y="0"/>
                </a:lnTo>
                <a:lnTo>
                  <a:pt x="4635674" y="6321374"/>
                </a:lnTo>
                <a:lnTo>
                  <a:pt x="0" y="632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45629" y="3329893"/>
            <a:ext cx="4633484" cy="3177798"/>
          </a:xfrm>
          <a:custGeom>
            <a:avLst/>
            <a:gdLst/>
            <a:ahLst/>
            <a:cxnLst/>
            <a:rect r="r" b="b" t="t" l="l"/>
            <a:pathLst>
              <a:path h="3177798" w="4633484">
                <a:moveTo>
                  <a:pt x="0" y="0"/>
                </a:moveTo>
                <a:lnTo>
                  <a:pt x="4633484" y="0"/>
                </a:lnTo>
                <a:lnTo>
                  <a:pt x="4633484" y="3177797"/>
                </a:lnTo>
                <a:lnTo>
                  <a:pt x="0" y="3177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45629" y="7377537"/>
            <a:ext cx="4878435" cy="2191352"/>
          </a:xfrm>
          <a:custGeom>
            <a:avLst/>
            <a:gdLst/>
            <a:ahLst/>
            <a:cxnLst/>
            <a:rect r="r" b="b" t="t" l="l"/>
            <a:pathLst>
              <a:path h="2191352" w="4878435">
                <a:moveTo>
                  <a:pt x="0" y="0"/>
                </a:moveTo>
                <a:lnTo>
                  <a:pt x="4878435" y="0"/>
                </a:lnTo>
                <a:lnTo>
                  <a:pt x="4878435" y="2191352"/>
                </a:lnTo>
                <a:lnTo>
                  <a:pt x="0" y="21913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71567" y="1087715"/>
            <a:ext cx="14068501" cy="87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7"/>
              </a:lnSpc>
            </a:pPr>
            <a:r>
              <a:rPr lang="en-US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</a:t>
            </a:r>
            <a:r>
              <a:rPr lang="en-US" b="true" sz="7659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61337" y="2466403"/>
            <a:ext cx="2042517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view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6997" y="2531698"/>
            <a:ext cx="2572643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delete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26983" y="6579342"/>
            <a:ext cx="3332708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schedule</a:t>
            </a:r>
            <a:r>
              <a:rPr lang="en-US" b="true" sz="4200">
                <a:solidFill>
                  <a:srgbClr val="60157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.py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04051" y="3158569"/>
            <a:ext cx="7197152" cy="6255469"/>
          </a:xfrm>
          <a:custGeom>
            <a:avLst/>
            <a:gdLst/>
            <a:ahLst/>
            <a:cxnLst/>
            <a:rect r="r" b="b" t="t" l="l"/>
            <a:pathLst>
              <a:path h="6255469" w="7197152">
                <a:moveTo>
                  <a:pt x="0" y="0"/>
                </a:moveTo>
                <a:lnTo>
                  <a:pt x="7197152" y="0"/>
                </a:lnTo>
                <a:lnTo>
                  <a:pt x="7197152" y="6255469"/>
                </a:lnTo>
                <a:lnTo>
                  <a:pt x="0" y="6255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95148" y="1955541"/>
            <a:ext cx="8297704" cy="108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b="true" sz="9501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21006" y="5875892"/>
            <a:ext cx="2616414" cy="2616414"/>
          </a:xfrm>
          <a:custGeom>
            <a:avLst/>
            <a:gdLst/>
            <a:ahLst/>
            <a:cxnLst/>
            <a:rect r="r" b="b" t="t" l="l"/>
            <a:pathLst>
              <a:path h="2616414" w="2616414">
                <a:moveTo>
                  <a:pt x="0" y="0"/>
                </a:moveTo>
                <a:lnTo>
                  <a:pt x="2616414" y="0"/>
                </a:lnTo>
                <a:lnTo>
                  <a:pt x="2616414" y="2616414"/>
                </a:lnTo>
                <a:lnTo>
                  <a:pt x="0" y="2616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14018" y="2288631"/>
            <a:ext cx="13480398" cy="407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Project s</a:t>
            </a: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ource code is hosted on GitHub</a:t>
            </a:r>
          </a:p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GitHub Codespaces is used as a cloud development environment</a:t>
            </a:r>
          </a:p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Allows running and testing the project directly from the browser</a:t>
            </a:r>
          </a:p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No local Python setup required</a:t>
            </a:r>
          </a:p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Helps in easy testing and collaboration</a:t>
            </a:r>
          </a:p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Public repository with full documentation</a:t>
            </a:r>
          </a:p>
          <a:p>
            <a:pPr algn="l" marL="619147" indent="-309574" lvl="1">
              <a:lnSpc>
                <a:spcPts val="40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7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Includes README and modular code structure</a:t>
            </a:r>
          </a:p>
          <a:p>
            <a:pPr algn="l">
              <a:lnSpc>
                <a:spcPts val="4014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476894" y="8634864"/>
            <a:ext cx="850104" cy="850104"/>
          </a:xfrm>
          <a:custGeom>
            <a:avLst/>
            <a:gdLst/>
            <a:ahLst/>
            <a:cxnLst/>
            <a:rect r="r" b="b" t="t" l="l"/>
            <a:pathLst>
              <a:path h="850104" w="850104">
                <a:moveTo>
                  <a:pt x="0" y="0"/>
                </a:moveTo>
                <a:lnTo>
                  <a:pt x="850104" y="0"/>
                </a:lnTo>
                <a:lnTo>
                  <a:pt x="850104" y="850104"/>
                </a:lnTo>
                <a:lnTo>
                  <a:pt x="0" y="85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32965" y="1717421"/>
            <a:ext cx="13042504" cy="55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8"/>
              </a:lnSpc>
            </a:pPr>
            <a:r>
              <a:rPr lang="en-US" sz="4935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</a:t>
            </a:r>
            <a:r>
              <a:rPr lang="en-US" b="true" sz="4935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REPOSITORY &amp; CODESPACES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32325" y="8416106"/>
            <a:ext cx="4193776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Scan t</a:t>
            </a:r>
            <a:r>
              <a:rPr lang="en-US" b="true" sz="1899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 view project source code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58093" y="8740547"/>
            <a:ext cx="8402379" cy="52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b="true" sz="2752" u="sng">
                <a:solidFill>
                  <a:srgbClr val="2A118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  <a:hlinkClick r:id="rId10" tooltip="https://github.com/Mikdad-12/Classmate"/>
              </a:rPr>
              <a:t>https://github.com/Mikdad-12/Classmate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46889" y="1612882"/>
            <a:ext cx="12911477" cy="177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</a:pPr>
            <a:r>
              <a:rPr lang="en-US" sz="5718" u="sng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IMPROV</a:t>
            </a:r>
            <a:r>
              <a:rPr lang="en-US" b="true" sz="5718" u="sng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EMENTS</a:t>
            </a:r>
          </a:p>
          <a:p>
            <a:pPr algn="ctr">
              <a:lnSpc>
                <a:spcPts val="4574"/>
              </a:lnSpc>
            </a:pPr>
          </a:p>
          <a:p>
            <a:pPr algn="ctr">
              <a:lnSpc>
                <a:spcPts val="457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158859" y="2696641"/>
            <a:ext cx="12816610" cy="573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</a:t>
            </a: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onvert to GUI application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Web-based version using Flask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Android APK version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Add notification/reminder system</a:t>
            </a:r>
          </a:p>
          <a:p>
            <a:pPr algn="l" marL="1146984" indent="-573492" lvl="1">
              <a:lnSpc>
                <a:spcPts val="74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312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Multi-user support</a:t>
            </a:r>
          </a:p>
          <a:p>
            <a:pPr algn="l">
              <a:lnSpc>
                <a:spcPts val="743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62481" y="2940807"/>
            <a:ext cx="11963038" cy="537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ClassMate is a simple and effective Python-based cons</a:t>
            </a: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ole application designed to help students manage their daily class schedules efficiently.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Through this project, we successfully implemented core Python concepts such as modular programming, file handling and menu-driven logic using real-world requirements.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The application provides essential features like adding, viewing and deleting class schedules while ensuring persistent data storage using JSON.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This project fulfilled the objectives of the Python Programming course and enhanced our understanding of practical software development.</a:t>
            </a:r>
          </a:p>
          <a:p>
            <a:pPr algn="just">
              <a:lnSpc>
                <a:spcPts val="3026"/>
              </a:lnSpc>
            </a:pPr>
            <a:r>
              <a:rPr lang="en-US" b="true" sz="2161">
                <a:solidFill>
                  <a:srgbClr val="454B5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 the future, the project can be further improved by converting it into a GUI application, developing a web-based version using Flask, creating an Android APK, adding a notification or reminder system, and supporting multiple users to make it more scalable and user-friendly.</a:t>
            </a:r>
          </a:p>
          <a:p>
            <a:pPr algn="just">
              <a:lnSpc>
                <a:spcPts val="302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077268" y="1936491"/>
            <a:ext cx="10133464" cy="103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0"/>
              </a:lnSpc>
            </a:pPr>
            <a:r>
              <a:rPr lang="en-US" b="true" sz="9025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319721">
            <a:off x="-7033129" y="-1139345"/>
            <a:ext cx="13181030" cy="5047255"/>
            <a:chOff x="0" y="0"/>
            <a:chExt cx="3471547" cy="132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1547" cy="1329318"/>
            </a:xfrm>
            <a:custGeom>
              <a:avLst/>
              <a:gdLst/>
              <a:ahLst/>
              <a:cxnLst/>
              <a:rect r="r" b="b" t="t" l="l"/>
              <a:pathLst>
                <a:path h="1329318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329318"/>
                  </a:lnTo>
                  <a:lnTo>
                    <a:pt x="0" y="1329318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471547" cy="140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42614" y="628630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0" y="0"/>
                </a:moveTo>
                <a:lnTo>
                  <a:pt x="2114181" y="0"/>
                </a:lnTo>
                <a:lnTo>
                  <a:pt x="2114181" y="4291609"/>
                </a:lnTo>
                <a:lnTo>
                  <a:pt x="0" y="4291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319721">
            <a:off x="11697485" y="6169918"/>
            <a:ext cx="13181030" cy="4290457"/>
            <a:chOff x="0" y="0"/>
            <a:chExt cx="3471547" cy="1129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1547" cy="1129997"/>
            </a:xfrm>
            <a:custGeom>
              <a:avLst/>
              <a:gdLst/>
              <a:ahLst/>
              <a:cxnLst/>
              <a:rect r="r" b="b" t="t" l="l"/>
              <a:pathLst>
                <a:path h="1129997" w="3471547">
                  <a:moveTo>
                    <a:pt x="0" y="0"/>
                  </a:moveTo>
                  <a:lnTo>
                    <a:pt x="3471547" y="0"/>
                  </a:lnTo>
                  <a:lnTo>
                    <a:pt x="3471547" y="1129997"/>
                  </a:lnTo>
                  <a:lnTo>
                    <a:pt x="0" y="1129997"/>
                  </a:lnTo>
                  <a:close/>
                </a:path>
              </a:pathLst>
            </a:custGeom>
            <a:solidFill>
              <a:srgbClr val="0B52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471547" cy="120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34405" y="-1009042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0" y="0"/>
                </a:moveTo>
                <a:lnTo>
                  <a:pt x="4436419" y="0"/>
                </a:lnTo>
                <a:lnTo>
                  <a:pt x="4436419" y="4824276"/>
                </a:lnTo>
                <a:lnTo>
                  <a:pt x="0" y="482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470870" y="6490580"/>
            <a:ext cx="4436419" cy="4824276"/>
          </a:xfrm>
          <a:custGeom>
            <a:avLst/>
            <a:gdLst/>
            <a:ahLst/>
            <a:cxnLst/>
            <a:rect r="r" b="b" t="t" l="l"/>
            <a:pathLst>
              <a:path h="4824276" w="4436419">
                <a:moveTo>
                  <a:pt x="4436419" y="4824276"/>
                </a:moveTo>
                <a:lnTo>
                  <a:pt x="0" y="4824276"/>
                </a:lnTo>
                <a:lnTo>
                  <a:pt x="0" y="0"/>
                </a:lnTo>
                <a:lnTo>
                  <a:pt x="4436419" y="0"/>
                </a:lnTo>
                <a:lnTo>
                  <a:pt x="4436419" y="48242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4837" y="806001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0" y="0"/>
                </a:moveTo>
                <a:lnTo>
                  <a:pt x="2312531" y="0"/>
                </a:lnTo>
                <a:lnTo>
                  <a:pt x="2312531" y="2312531"/>
                </a:lnTo>
                <a:lnTo>
                  <a:pt x="0" y="2312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546204" y="-618883"/>
            <a:ext cx="2114182" cy="4291608"/>
          </a:xfrm>
          <a:custGeom>
            <a:avLst/>
            <a:gdLst/>
            <a:ahLst/>
            <a:cxnLst/>
            <a:rect r="r" b="b" t="t" l="l"/>
            <a:pathLst>
              <a:path h="4291608" w="2114182">
                <a:moveTo>
                  <a:pt x="2114182" y="4291608"/>
                </a:moveTo>
                <a:lnTo>
                  <a:pt x="0" y="4291608"/>
                </a:lnTo>
                <a:lnTo>
                  <a:pt x="0" y="0"/>
                </a:lnTo>
                <a:lnTo>
                  <a:pt x="2114182" y="0"/>
                </a:lnTo>
                <a:lnTo>
                  <a:pt x="2114182" y="429160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5975469" y="-127566"/>
            <a:ext cx="2312531" cy="2312531"/>
          </a:xfrm>
          <a:custGeom>
            <a:avLst/>
            <a:gdLst/>
            <a:ahLst/>
            <a:cxnLst/>
            <a:rect r="r" b="b" t="t" l="l"/>
            <a:pathLst>
              <a:path h="2312531" w="2312531">
                <a:moveTo>
                  <a:pt x="2312531" y="2312532"/>
                </a:moveTo>
                <a:lnTo>
                  <a:pt x="0" y="2312532"/>
                </a:lnTo>
                <a:lnTo>
                  <a:pt x="0" y="0"/>
                </a:lnTo>
                <a:lnTo>
                  <a:pt x="2312531" y="0"/>
                </a:lnTo>
                <a:lnTo>
                  <a:pt x="2312531" y="23125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43940" y="5889453"/>
            <a:ext cx="9800119" cy="89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2"/>
              </a:lnSpc>
            </a:pPr>
            <a:r>
              <a:rPr lang="en-US" sz="5852">
                <a:solidFill>
                  <a:srgbClr val="454B5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For your attention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2531" y="3909892"/>
            <a:ext cx="13662938" cy="169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7"/>
              </a:lnSpc>
            </a:pPr>
            <a:r>
              <a:rPr lang="en-US" b="true" sz="14821">
                <a:solidFill>
                  <a:srgbClr val="454B5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DAG8PoOo9Ss</dc:identifier>
  <dcterms:modified xsi:type="dcterms:W3CDTF">2011-08-01T06:04:30Z</dcterms:modified>
  <cp:revision>1</cp:revision>
  <dc:title>ClassMate-Project-Python-CCE</dc:title>
</cp:coreProperties>
</file>